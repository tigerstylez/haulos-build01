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HaulOS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Real-Time Operating System for Heavy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Drivers Are Operating Blind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No fuel visibility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No rest stop awareness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Hazards discovered too late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Routing not built for trucks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This Changes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Every truck becomes a live sensor on the road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Heavy vehicle routing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Live hazard reporting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Fuel intelligence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Digital logbook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Convoy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Fuel = Your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Available / Low / No Diesel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Real-time updates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Confidence scoring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Route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Daily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Used every shift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Used every trip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Used for real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Network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More drivers → more data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More data → better routes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Better routes → more drivers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Driver subscriptions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Fleet subscriptions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Data monetisation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Go To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Western Australia pilot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10–50 drivers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Word-of-mouth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>
                <a:solidFill>
                  <a:srgbClr val="B4B4B4"/>
                </a:solidFill>
              </a:defRPr>
            </a:pPr>
            <a:r>
              <a:t>$200k raise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Build MVP</a:t>
            </a:r>
          </a:p>
          <a:p>
            <a:pPr lvl="1">
              <a:defRPr sz="2000">
                <a:solidFill>
                  <a:srgbClr val="B4B4B4"/>
                </a:solidFill>
              </a:defRPr>
            </a:pPr>
            <a:r>
              <a:t>Launch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