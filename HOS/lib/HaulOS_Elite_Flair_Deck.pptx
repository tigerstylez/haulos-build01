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8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HaulOS</a:t>
            </a:r>
          </a:p>
          <a:p>
            <a:pPr>
              <a:defRPr sz="2000">
                <a:solidFill>
                  <a:srgbClr val="B4B4B4"/>
                </a:solidFill>
              </a:defRPr>
            </a:pPr>
            <a:r>
              <a:t>Operating System for Heavy Transport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8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Drivers Are Operating Blind</a:t>
            </a:r>
          </a:p>
          <a:p>
            <a:pPr>
              <a:defRPr sz="2000">
                <a:solidFill>
                  <a:srgbClr val="B4B4B4"/>
                </a:solidFill>
              </a:defRPr>
            </a:pPr>
            <a:r>
              <a:t>No fuel visibility. No hazard awareness. No real-time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8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Built for Real-World Constraints</a:t>
            </a:r>
          </a:p>
          <a:p>
            <a:pPr>
              <a:defRPr sz="2000">
                <a:solidFill>
                  <a:srgbClr val="B4B4B4"/>
                </a:solidFill>
              </a:defRPr>
            </a:pPr>
            <a:r>
              <a:t>Routes based on height, weight, length. Avoid bridges and powerlines.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8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Driver Intelligence Network</a:t>
            </a:r>
          </a:p>
          <a:p>
            <a:pPr>
              <a:defRPr sz="2000">
                <a:solidFill>
                  <a:srgbClr val="B4B4B4"/>
                </a:solidFill>
              </a:defRPr>
            </a:pPr>
            <a:r>
              <a:t>Live hazards. Fuel updates. Rest stop availability.</a:t>
            </a:r>
          </a:p>
        </p:txBody>
      </p:sp>
      <p:pic>
        <p:nvPicPr>
          <p:cNvPr id="4" name="Picture 3" descr="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6400800" cy="1197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8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Fuel Visibility Changes Everything</a:t>
            </a:r>
          </a:p>
          <a:p>
            <a:pPr>
              <a:defRPr sz="2000">
                <a:solidFill>
                  <a:srgbClr val="B4B4B4"/>
                </a:solidFill>
              </a:defRPr>
            </a:pPr>
            <a:r>
              <a:t>Know before you arrive. Avoid downtime.</a:t>
            </a:r>
          </a:p>
        </p:txBody>
      </p:sp>
      <p:pic>
        <p:nvPicPr>
          <p:cNvPr id="4" name="Picture 3" descr="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6400800" cy="11978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8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One-Tap Reporting</a:t>
            </a:r>
          </a:p>
          <a:p>
            <a:pPr>
              <a:defRPr sz="2000">
                <a:solidFill>
                  <a:srgbClr val="B4B4B4"/>
                </a:solidFill>
              </a:defRPr>
            </a:pPr>
            <a:r>
              <a:t>Drivers instantly update the network.</a:t>
            </a:r>
          </a:p>
        </p:txBody>
      </p:sp>
      <p:pic>
        <p:nvPicPr>
          <p:cNvPr id="4" name="Picture 3" descr="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6400800" cy="11978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8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Fleet Visibility</a:t>
            </a:r>
          </a:p>
          <a:p>
            <a:pPr>
              <a:defRPr sz="2000">
                <a:solidFill>
                  <a:srgbClr val="B4B4B4"/>
                </a:solidFill>
              </a:defRPr>
            </a:pPr>
            <a:r>
              <a:t>Employers see trips, compliance, and live location.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8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Network Effect</a:t>
            </a:r>
          </a:p>
          <a:p>
            <a:pPr>
              <a:defRPr sz="2000">
                <a:solidFill>
                  <a:srgbClr val="B4B4B4"/>
                </a:solidFill>
              </a:defRPr>
            </a:pPr>
            <a:r>
              <a:t>More drivers → more data → smarter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8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Opportunity</a:t>
            </a:r>
          </a:p>
          <a:p>
            <a:pPr>
              <a:defRPr sz="2000">
                <a:solidFill>
                  <a:srgbClr val="B4B4B4"/>
                </a:solidFill>
              </a:defRPr>
            </a:pPr>
            <a:r>
              <a:t>Becomes the operating system for transport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8FF"/>
                </a:solidFill>
              </a:defRPr>
            </a:pPr>
            <a:r>
              <a:t>HAULOS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Ask</a:t>
            </a:r>
          </a:p>
          <a:p>
            <a:pPr>
              <a:defRPr sz="2000">
                <a:solidFill>
                  <a:srgbClr val="B4B4B4"/>
                </a:solidFill>
              </a:defRPr>
            </a:pPr>
            <a:r>
              <a:t>$200k to build MVP and launch WA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