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HaulOS</a:t>
            </a:r>
          </a:p>
          <a:p>
            <a:pPr>
              <a:defRPr sz="2000">
                <a:solidFill>
                  <a:srgbClr val="C8C8C8"/>
                </a:solidFill>
              </a:defRPr>
            </a:pPr>
            <a:r>
              <a:t>Real-Time Operating System for Heavy Transport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Drivers Are Operating Blind</a:t>
            </a:r>
          </a:p>
          <a:p>
            <a:pPr>
              <a:defRPr sz="2000">
                <a:solidFill>
                  <a:srgbClr val="C8C8C8"/>
                </a:solidFill>
              </a:defRPr>
            </a:pPr>
            <a:r>
              <a:t>No fuel visibility. No hazard awareness. No real-time intelligence.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on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154011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Driver Intelligence</a:t>
            </a:r>
          </a:p>
          <a:p>
            <a:pPr>
              <a:defRPr sz="1800">
                <a:solidFill>
                  <a:srgbClr val="B4B4B4"/>
                </a:solidFill>
              </a:defRPr>
            </a:pPr>
            <a:r>
              <a:t>Fuel. Hazards. Routing. All in one place.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on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154011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Fuel Visibility Changes Everything</a:t>
            </a:r>
          </a:p>
          <a:p>
            <a:pPr>
              <a:defRPr sz="1800">
                <a:solidFill>
                  <a:srgbClr val="B4B4B4"/>
                </a:solidFill>
              </a:defRPr>
            </a:pPr>
            <a:r>
              <a:t>Know before you arrive. Avoid downtime.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on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154011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Built For Real Drivers</a:t>
            </a:r>
          </a:p>
          <a:p>
            <a:pPr>
              <a:defRPr sz="1800">
                <a:solidFill>
                  <a:srgbClr val="B4B4B4"/>
                </a:solidFill>
              </a:defRPr>
            </a:pPr>
            <a:r>
              <a:t>Simple. Fast. Works on the road.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Network Effect</a:t>
            </a:r>
          </a:p>
          <a:p>
            <a:pPr>
              <a:defRPr sz="2000">
                <a:solidFill>
                  <a:srgbClr val="C8C8C8"/>
                </a:solidFill>
              </a:defRPr>
            </a:pPr>
            <a:r>
              <a:t>More drivers → more data → better routes → stronger system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The Opportunity</a:t>
            </a:r>
          </a:p>
          <a:p>
            <a:pPr>
              <a:defRPr sz="2000">
                <a:solidFill>
                  <a:srgbClr val="C8C8C8"/>
                </a:solidFill>
              </a:defRPr>
            </a:pPr>
            <a:r>
              <a:t>This becomes the operating system for transport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The Ask</a:t>
            </a:r>
          </a:p>
          <a:p>
            <a:pPr>
              <a:defRPr sz="2000">
                <a:solidFill>
                  <a:srgbClr val="C8C8C8"/>
                </a:solidFill>
              </a:defRPr>
            </a:pPr>
            <a:r>
              <a:t>$200k to build MVP and launch WA pilot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