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HaulOS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Operating System for Heavy Transport</a:t>
            </a:r>
          </a:p>
          <a:p>
            <a:r>
              <a:t>Founder: Davide</a:t>
            </a:r>
          </a:p>
          <a:p>
            <a:r>
              <a:t>Real-time driver intelligence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Drivers lack real-time road intelligence</a:t>
            </a:r>
          </a:p>
          <a:p>
            <a:r>
              <a:t>Fuel shortages not visible</a:t>
            </a:r>
          </a:p>
          <a:p>
            <a:r>
              <a:t>Rest stops full with no warning</a:t>
            </a:r>
          </a:p>
          <a:p>
            <a:r>
              <a:t>Existing systems built for managers, not drivers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Driver-powered real-time intelligence network</a:t>
            </a:r>
          </a:p>
          <a:p>
            <a:r>
              <a:t>Live hazards, fuel, rest stops</a:t>
            </a:r>
          </a:p>
          <a:p>
            <a:r>
              <a:t>Heavy vehicle routing (WA first)</a:t>
            </a:r>
          </a:p>
          <a:p>
            <a:r>
              <a:t>Digital logbook +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Experience (UI)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Dark-mode map (WA focus)</a:t>
            </a:r>
          </a:p>
          <a:p>
            <a:r>
              <a:t>Fuel markers: No Diesel / Low / Available</a:t>
            </a:r>
          </a:p>
          <a:p>
            <a:r>
              <a:t>One-tap reporting system</a:t>
            </a:r>
          </a:p>
          <a:p>
            <a:r>
              <a:t>Driver dashboard + alerts</a:t>
            </a:r>
          </a:p>
          <a:p>
            <a:r>
              <a:t>Logbook + employer visibility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Intelligence (Core Differentiator)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driver input</a:t>
            </a:r>
          </a:p>
          <a:p>
            <a:r>
              <a:t>Colour-coded map markers</a:t>
            </a:r>
          </a:p>
          <a:p>
            <a:r>
              <a:t>Expiry + confirmation system</a:t>
            </a:r>
          </a:p>
          <a:p>
            <a:r>
              <a:t>Critical during shortages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Native (mobile)</a:t>
            </a:r>
          </a:p>
          <a:p>
            <a:r>
              <a:t>Node.js backend</a:t>
            </a:r>
          </a:p>
          <a:p>
            <a:r>
              <a:t>PostgreSQL / Firebase</a:t>
            </a:r>
          </a:p>
          <a:p>
            <a:r>
              <a:t>Google Maps integration</a:t>
            </a:r>
          </a:p>
          <a:p>
            <a:r>
              <a:t>Real-time updates via Firebase/WebSockets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(Developer Ready)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 / Users / Map / Hazards</a:t>
            </a:r>
          </a:p>
          <a:p>
            <a:r>
              <a:t>Fuel endpoints (report + confirm)</a:t>
            </a:r>
          </a:p>
          <a:p>
            <a:r>
              <a:t>Logbook + trips</a:t>
            </a:r>
          </a:p>
          <a:p>
            <a:r>
              <a:t>Location tracking (live pings)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MVP (Map, Fuel, Hazards, Logbook)</a:t>
            </a:r>
          </a:p>
          <a:p>
            <a:r>
              <a:t>Phase 2: Oversize routing + fleet tools</a:t>
            </a:r>
          </a:p>
          <a:p>
            <a:r>
              <a:t>Phase 3: AI insights + compliance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Subscription (drivers + fleets)</a:t>
            </a:r>
          </a:p>
          <a:p>
            <a:r>
              <a:t>Enterprise fleet dashboard</a:t>
            </a:r>
          </a:p>
          <a:p>
            <a:r>
              <a:t>Data-driven logistics insights</a:t>
            </a:r>
          </a:p>
          <a:p>
            <a:r>
              <a:t>Future compliance integrations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Australia heavy transport sector</a:t>
            </a:r>
          </a:p>
          <a:p>
            <a:r>
              <a:t>Thousands of daily active drivers</a:t>
            </a:r>
          </a:p>
          <a:p>
            <a:r>
              <a:t>Expansion to global freight markets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Raising $30K–$80K</a:t>
            </a:r>
          </a:p>
          <a:p>
            <a:r>
              <a:t>Funding MVP build + pilot</a:t>
            </a:r>
          </a:p>
          <a:p>
            <a:r>
              <a:t>Target: 10–50 active drivers</a:t>
            </a:r>
          </a:p>
          <a:p>
            <a:r>
              <a:t>Prove daily usage + retention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