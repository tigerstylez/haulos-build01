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B4FF"/>
                </a:solidFill>
              </a:defRPr>
            </a:pPr>
            <a:r>
              <a:t>HAULOS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HaulOS</a:t>
            </a:r>
          </a:p>
          <a:p>
            <a:pPr>
              <a:defRPr sz="2200">
                <a:solidFill>
                  <a:srgbClr val="B4B4B4"/>
                </a:solidFill>
              </a:defRPr>
            </a:pPr>
            <a:r>
              <a:t>Operating System for Heavy Transport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B4FF"/>
                </a:solidFill>
              </a:defRPr>
            </a:pPr>
            <a:r>
              <a:t>HAULOS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The Problem</a:t>
            </a:r>
          </a:p>
          <a:p>
            <a:pPr>
              <a:defRPr sz="2200">
                <a:solidFill>
                  <a:srgbClr val="B4B4B4"/>
                </a:solidFill>
              </a:defRPr>
            </a:pPr>
            <a:r>
              <a:t>Heavy vehicles operate on roads not built for them. No real-time fuel, hazard, or route intelligence.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B4FF"/>
                </a:solidFill>
              </a:defRPr>
            </a:pPr>
            <a:r>
              <a:t>HAULOS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Built for Real-World Constraints</a:t>
            </a:r>
          </a:p>
          <a:p>
            <a:pPr lvl="1">
              <a:defRPr sz="2200">
                <a:solidFill>
                  <a:srgbClr val="C8C8C8"/>
                </a:solidFill>
              </a:defRPr>
            </a:pPr>
            <a:r>
              <a:t>Vehicle-aware routing (height, weight, length)</a:t>
            </a:r>
          </a:p>
          <a:p>
            <a:pPr lvl="1">
              <a:defRPr sz="2200">
                <a:solidFill>
                  <a:srgbClr val="C8C8C8"/>
                </a:solidFill>
              </a:defRPr>
            </a:pPr>
            <a:r>
              <a:t>Avoid bridges, powerlines, restrictions</a:t>
            </a:r>
          </a:p>
          <a:p>
            <a:pPr lvl="1">
              <a:defRPr sz="2200">
                <a:solidFill>
                  <a:srgbClr val="C8C8C8"/>
                </a:solidFill>
              </a:defRPr>
            </a:pPr>
            <a:r>
              <a:t>Uses official WA heavy vehicle networks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B4FF"/>
                </a:solidFill>
              </a:defRPr>
            </a:pPr>
            <a:r>
              <a:t>HAULOS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Every Truck is a Sensor</a:t>
            </a:r>
          </a:p>
          <a:p>
            <a:pPr>
              <a:defRPr sz="2200">
                <a:solidFill>
                  <a:srgbClr val="B4B4B4"/>
                </a:solidFill>
              </a:defRPr>
            </a:pPr>
            <a:r>
              <a:t>Drivers report hazards, fuel, rest stops in real 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B4FF"/>
                </a:solidFill>
              </a:defRPr>
            </a:pPr>
            <a:r>
              <a:t>HAULOS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Core Product</a:t>
            </a:r>
          </a:p>
          <a:p>
            <a:pPr lvl="1">
              <a:defRPr sz="2200">
                <a:solidFill>
                  <a:srgbClr val="C8C8C8"/>
                </a:solidFill>
              </a:defRPr>
            </a:pPr>
            <a:r>
              <a:t>Constraint-aware routing</a:t>
            </a:r>
          </a:p>
          <a:p>
            <a:pPr lvl="1">
              <a:defRPr sz="2200">
                <a:solidFill>
                  <a:srgbClr val="C8C8C8"/>
                </a:solidFill>
              </a:defRPr>
            </a:pPr>
            <a:r>
              <a:t>Fuel intelligence (critical)</a:t>
            </a:r>
          </a:p>
          <a:p>
            <a:pPr lvl="1">
              <a:defRPr sz="2200">
                <a:solidFill>
                  <a:srgbClr val="C8C8C8"/>
                </a:solidFill>
              </a:defRPr>
            </a:pPr>
            <a:r>
              <a:t>Live hazard reporting</a:t>
            </a:r>
          </a:p>
          <a:p>
            <a:pPr lvl="1">
              <a:defRPr sz="2200">
                <a:solidFill>
                  <a:srgbClr val="C8C8C8"/>
                </a:solidFill>
              </a:defRPr>
            </a:pPr>
            <a:r>
              <a:t>Digital logbook</a:t>
            </a:r>
          </a:p>
          <a:p>
            <a:pPr lvl="1">
              <a:defRPr sz="2200">
                <a:solidFill>
                  <a:srgbClr val="C8C8C8"/>
                </a:solidFill>
              </a:defRPr>
            </a:pPr>
            <a:r>
              <a:t>Fleet visibility (opt-in)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B4FF"/>
                </a:solidFill>
              </a:defRPr>
            </a:pPr>
            <a:r>
              <a:t>HAULOS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Fuel Changes Everything</a:t>
            </a:r>
          </a:p>
          <a:p>
            <a:pPr>
              <a:defRPr sz="2200">
                <a:solidFill>
                  <a:srgbClr val="B4B4B4"/>
                </a:solidFill>
              </a:defRPr>
            </a:pPr>
            <a:r>
              <a:t>Know fuel availability before you arrive. Avoid downtime.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B4FF"/>
                </a:solidFill>
              </a:defRPr>
            </a:pPr>
            <a:r>
              <a:t>HAULOS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Network Effect</a:t>
            </a:r>
          </a:p>
          <a:p>
            <a:pPr>
              <a:defRPr sz="2200">
                <a:solidFill>
                  <a:srgbClr val="B4B4B4"/>
                </a:solidFill>
              </a:defRPr>
            </a:pPr>
            <a:r>
              <a:t>More drivers → more data → smarter routes → stronger system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B4FF"/>
                </a:solidFill>
              </a:defRPr>
            </a:pPr>
            <a:r>
              <a:t>HAULOS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Business Model</a:t>
            </a:r>
          </a:p>
          <a:p>
            <a:pPr lvl="1">
              <a:defRPr sz="2200">
                <a:solidFill>
                  <a:srgbClr val="C8C8C8"/>
                </a:solidFill>
              </a:defRPr>
            </a:pPr>
            <a:r>
              <a:t>Driver subscriptions</a:t>
            </a:r>
          </a:p>
          <a:p>
            <a:pPr lvl="1">
              <a:defRPr sz="2200">
                <a:solidFill>
                  <a:srgbClr val="C8C8C8"/>
                </a:solidFill>
              </a:defRPr>
            </a:pPr>
            <a:r>
              <a:t>Fleet subscriptions</a:t>
            </a:r>
          </a:p>
          <a:p>
            <a:pPr lvl="1">
              <a:defRPr sz="2200">
                <a:solidFill>
                  <a:srgbClr val="C8C8C8"/>
                </a:solidFill>
              </a:defRPr>
            </a:pPr>
            <a:r>
              <a:t>Data layer (gov + fuel + logistics)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B4FF"/>
                </a:solidFill>
              </a:defRPr>
            </a:pPr>
            <a:r>
              <a:t>HAULOS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Market</a:t>
            </a:r>
          </a:p>
          <a:p>
            <a:pPr>
              <a:defRPr sz="2200">
                <a:solidFill>
                  <a:srgbClr val="B4B4B4"/>
                </a:solidFill>
              </a:defRPr>
            </a:pPr>
            <a:r>
              <a:t>Heavy transport underpins the economy. No real-time intelligence layer exists.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B4FF"/>
                </a:solidFill>
              </a:defRPr>
            </a:pPr>
            <a:r>
              <a:t>HAULOS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The Ask</a:t>
            </a:r>
          </a:p>
          <a:p>
            <a:pPr>
              <a:defRPr sz="2200">
                <a:solidFill>
                  <a:srgbClr val="B4B4B4"/>
                </a:solidFill>
              </a:defRPr>
            </a:pPr>
            <a:r>
              <a:t>Raising $200k to build MVP and launch WA pilot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