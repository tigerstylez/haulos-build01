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Operating System for Heavy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Drivers lack real-time fuel, hazards, routing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Driver-powered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Routing, Fuel, Hazards, Logbook,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trip → Route → Live updates → Driver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diesel status with confidence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drivers = better data = stronger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Subscriptions + Data monetisation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To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 pilot → scale nationally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$200k SAFE / Equity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