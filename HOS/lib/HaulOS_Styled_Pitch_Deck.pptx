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HaulOS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Real-Time Operating System for Heavy Transport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solidFill>
                  <a:srgbClr val="C8C8C8"/>
                </a:solidFill>
              </a:defRPr>
            </a:pPr>
            <a:r>
              <a:t>Drivers operate blind</a:t>
            </a:r>
          </a:p>
          <a:p>
            <a:pPr>
              <a:defRPr>
                <a:solidFill>
                  <a:srgbClr val="C8C8C8"/>
                </a:solidFill>
              </a:defRPr>
            </a:pPr>
            <a:r>
              <a:t>No fuel visibility</a:t>
            </a:r>
          </a:p>
          <a:p>
            <a:pPr>
              <a:defRPr>
                <a:solidFill>
                  <a:srgbClr val="C8C8C8"/>
                </a:solidFill>
              </a:defRPr>
            </a:pPr>
            <a:r>
              <a:t>Hazards discovered too late</a:t>
            </a:r>
          </a:p>
          <a:p>
            <a:pPr>
              <a:defRPr>
                <a:solidFill>
                  <a:srgbClr val="C8C8C8"/>
                </a:solidFill>
              </a:defRPr>
            </a:pPr>
            <a:r>
              <a:t>No heavy vehicle routing intelligence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solidFill>
                  <a:srgbClr val="C8C8C8"/>
                </a:solidFill>
              </a:defRPr>
            </a:pPr>
            <a:r>
              <a:t>Driver-powered intelligence network</a:t>
            </a:r>
          </a:p>
          <a:p>
            <a:pPr>
              <a:defRPr>
                <a:solidFill>
                  <a:srgbClr val="C8C8C8"/>
                </a:solidFill>
              </a:defRPr>
            </a:pPr>
            <a:r>
              <a:t>Live fuel + hazard data</a:t>
            </a:r>
          </a:p>
          <a:p>
            <a:pPr>
              <a:defRPr>
                <a:solidFill>
                  <a:srgbClr val="C8C8C8"/>
                </a:solidFill>
              </a:defRPr>
            </a:pPr>
            <a:r>
              <a:t>Heavy vehicle routing</a:t>
            </a:r>
          </a:p>
          <a:p>
            <a:pPr>
              <a:defRPr>
                <a:solidFill>
                  <a:srgbClr val="C8C8C8"/>
                </a:solidFill>
              </a:defRPr>
            </a:pPr>
            <a:r>
              <a:t>Real-time decision making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solidFill>
                  <a:srgbClr val="C8C8C8"/>
                </a:solidFill>
              </a:defRPr>
            </a:pPr>
            <a:r>
              <a:t>Fuel tracking (critical)</a:t>
            </a:r>
          </a:p>
          <a:p>
            <a:pPr>
              <a:defRPr>
                <a:solidFill>
                  <a:srgbClr val="C8C8C8"/>
                </a:solidFill>
              </a:defRPr>
            </a:pPr>
            <a:r>
              <a:t>Hazard reporting</a:t>
            </a:r>
          </a:p>
          <a:p>
            <a:pPr>
              <a:defRPr>
                <a:solidFill>
                  <a:srgbClr val="C8C8C8"/>
                </a:solidFill>
              </a:defRPr>
            </a:pPr>
            <a:r>
              <a:t>Digital logbook</a:t>
            </a:r>
          </a:p>
          <a:p>
            <a:pPr>
              <a:defRPr>
                <a:solidFill>
                  <a:srgbClr val="C8C8C8"/>
                </a:solidFill>
              </a:defRPr>
            </a:pPr>
            <a:r>
              <a:t>Convoy tracking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solidFill>
                  <a:srgbClr val="C8C8C8"/>
                </a:solidFill>
              </a:defRPr>
            </a:pPr>
            <a:r>
              <a:t>Start trip</a:t>
            </a:r>
          </a:p>
          <a:p>
            <a:pPr>
              <a:defRPr>
                <a:solidFill>
                  <a:srgbClr val="C8C8C8"/>
                </a:solidFill>
              </a:defRPr>
            </a:pPr>
            <a:r>
              <a:t>Generate route</a:t>
            </a:r>
          </a:p>
          <a:p>
            <a:pPr>
              <a:defRPr>
                <a:solidFill>
                  <a:srgbClr val="C8C8C8"/>
                </a:solidFill>
              </a:defRPr>
            </a:pPr>
            <a:r>
              <a:t>Receive live updates</a:t>
            </a:r>
          </a:p>
          <a:p>
            <a:pPr>
              <a:defRPr>
                <a:solidFill>
                  <a:srgbClr val="C8C8C8"/>
                </a:solidFill>
              </a:defRPr>
            </a:pPr>
            <a:r>
              <a:t>Report conditions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Fuel System (Hook)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solidFill>
                  <a:srgbClr val="C8C8C8"/>
                </a:solidFill>
              </a:defRPr>
            </a:pPr>
            <a:r>
              <a:t>Available / Low / No Diesel</a:t>
            </a:r>
          </a:p>
          <a:p>
            <a:pPr>
              <a:defRPr>
                <a:solidFill>
                  <a:srgbClr val="C8C8C8"/>
                </a:solidFill>
              </a:defRPr>
            </a:pPr>
            <a:r>
              <a:t>Real-time updates</a:t>
            </a:r>
          </a:p>
          <a:p>
            <a:pPr>
              <a:defRPr>
                <a:solidFill>
                  <a:srgbClr val="C8C8C8"/>
                </a:solidFill>
              </a:defRPr>
            </a:pPr>
            <a:r>
              <a:t>Confidence scoring</a:t>
            </a:r>
          </a:p>
          <a:p>
            <a:pPr>
              <a:defRPr>
                <a:solidFill>
                  <a:srgbClr val="C8C8C8"/>
                </a:solidFill>
              </a:defRPr>
            </a:pPr>
            <a:r>
              <a:t>Route alerts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Network 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solidFill>
                  <a:srgbClr val="C8C8C8"/>
                </a:solidFill>
              </a:defRPr>
            </a:pPr>
            <a:r>
              <a:t>More drivers → more data</a:t>
            </a:r>
          </a:p>
          <a:p>
            <a:pPr>
              <a:defRPr>
                <a:solidFill>
                  <a:srgbClr val="C8C8C8"/>
                </a:solidFill>
              </a:defRPr>
            </a:pPr>
            <a:r>
              <a:t>More data → better decisions</a:t>
            </a:r>
          </a:p>
          <a:p>
            <a:pPr>
              <a:defRPr>
                <a:solidFill>
                  <a:srgbClr val="C8C8C8"/>
                </a:solidFill>
              </a:defRPr>
            </a:pPr>
            <a:r>
              <a:t>Better decisions → daily usage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solidFill>
                  <a:srgbClr val="C8C8C8"/>
                </a:solidFill>
              </a:defRPr>
            </a:pPr>
            <a:r>
              <a:t>Driver subscriptions</a:t>
            </a:r>
          </a:p>
          <a:p>
            <a:pPr>
              <a:defRPr>
                <a:solidFill>
                  <a:srgbClr val="C8C8C8"/>
                </a:solidFill>
              </a:defRPr>
            </a:pPr>
            <a:r>
              <a:t>Fleet subscriptions</a:t>
            </a:r>
          </a:p>
          <a:p>
            <a:pPr>
              <a:defRPr>
                <a:solidFill>
                  <a:srgbClr val="C8C8C8"/>
                </a:solidFill>
              </a:defRPr>
            </a:pPr>
            <a:r>
              <a:t>Data monetisation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solidFill>
                  <a:srgbClr val="C8C8C8"/>
                </a:solidFill>
              </a:defRPr>
            </a:pPr>
            <a:r>
              <a:t>Raising $200k</a:t>
            </a:r>
          </a:p>
          <a:p>
            <a:pPr>
              <a:defRPr>
                <a:solidFill>
                  <a:srgbClr val="C8C8C8"/>
                </a:solidFill>
              </a:defRPr>
            </a:pPr>
            <a:r>
              <a:t>Build MVP</a:t>
            </a:r>
          </a:p>
          <a:p>
            <a:pPr>
              <a:defRPr>
                <a:solidFill>
                  <a:srgbClr val="C8C8C8"/>
                </a:solidFill>
              </a:defRPr>
            </a:pPr>
            <a:r>
              <a:t>Launch WA 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