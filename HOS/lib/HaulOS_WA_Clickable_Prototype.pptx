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HaulOS WA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Tap through to simulate real app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 truck specs: height, weight, length, width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 Map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Perth-based route with fuel + hazards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Available / Low / No Diesel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Hazard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Accident / Debris / Closure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work/rest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Escort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Broadcast 6m+ / 8m load 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Employer tracking +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